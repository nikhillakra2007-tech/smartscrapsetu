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Smart India Hackathon 2026 Title Page for Problem Statement 26229 (Kabadiwala Connect - Bringing the Informal Collector into the Formal Recycling Chain). Category: Software, Theme: Clean and Green Technology, Team Name: GiT GUD, Nodal Agency: JNARDDC / Ministry of Mines. Live functional prototype: https://scrapsetu.vercel.app.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Proposed Solution &amp; Value Chain. Connects informal collectors with authorized recyclers via multimodal AI alloy recognition, transparent CPCB/DPCC benchmark pricing, and tamper-proof dual-QR handover. Highlights real operational gaps versus ScrapSetu solutions and key product innovations.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Technical Approach. Next.js 16 front-end, Python FastAPI back-end, Supabase Postgres DB, and Gemini 2.5 Flash Multimodal Vision AI. Features live prototype screens from Delhi pilot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Feasibility and Viability. Detailed assessment across technical, economic, operational, and scalable dimensions. Direct mapping of real-world operational challenges to mitigation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Impact and Benefits. Measurable outcomes for households and informal collectors (15-25% income gain, safety tips) alongside three macro pillars: economic recovery, social dignity, and environmental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Research and References. Grounded in MoEFCC E-Waste Rules 2022, CPCB EPR portal guidelines, ITU/UNITAR Global E-waste Monitor 2024, and working code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khi\OneDrive\Desktop\coding\KABADIWALA\.ppt-build\final-render\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khi\OneDrive\Desktop\coding\KABADIWALA\.ppt-build\final-render\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khi\OneDrive\Desktop\coding\KABADIWALA\.ppt-build\final-render\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khi\OneDrive\Desktop\coding\KABADIWALA\.ppt-build\final-render\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khi\OneDrive\Desktop\coding\KABADIWALA\.ppt-build\final-render\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khi\OneDrive\Desktop\coding\KABADIWALA\.ppt-build\final-render\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ScrapSetu - SIH 2026 Presentation Deck</dc:title>
  <dc:subject>Problem Statement ID 26229: Kabadiwala Connect</dc:subject>
  <dc:creator>Team GiT GUD</dc:creator>
  <cp:lastModifiedBy>Team GiT GUD</cp:lastModifiedBy>
  <cp:revision>1</cp:revision>
  <dcterms:created xsi:type="dcterms:W3CDTF">2026-09-06T10:04:01Z</dcterms:created>
  <dcterms:modified xsi:type="dcterms:W3CDTF">2026-09-06T10:04:01Z</dcterms:modified>
</cp:coreProperties>
</file>